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RKO santillan soriano" initials="Us" lastIdx="11" clrIdx="0">
    <p:extLst>
      <p:ext uri="{19B8F6BF-5375-455C-9EA6-DF929625EA0E}">
        <p15:presenceInfo xmlns:p15="http://schemas.microsoft.com/office/powerpoint/2012/main" userId="5efebf035008e2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1414"/>
    <a:srgbClr val="A02020"/>
    <a:srgbClr val="B62424"/>
    <a:srgbClr val="D00000"/>
    <a:srgbClr val="A20E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4T22:20:34.227" idx="1">
    <p:pos x="6511" y="2772"/>
    <p:text>Que aparezcan desplazandose como en: 
https://www.escuela-vela.com/
AL PONER EL RATON SOBRE LOS CIRCULOS QUE AMPLIEN LAS IMAGENES</p:text>
    <p:extLst>
      <p:ext uri="{C676402C-5697-4E1C-873F-D02D1690AC5C}">
        <p15:threadingInfo xmlns:p15="http://schemas.microsoft.com/office/powerpoint/2012/main" timeZoneBias="-120"/>
      </p:ext>
    </p:extLst>
  </p:cm>
  <p:cm authorId="1" dt="2026-04-14T22:27:24.670" idx="4">
    <p:pos x="7676" y="3908"/>
    <p:text>Las transiciones como en bonka, que al bajar la ruleta que vaya solo a la siguiente seccion, no puedas quedarte a medias:
https://www.bonka.es/proceso-cafe-responsable</p:text>
    <p:extLst>
      <p:ext uri="{C676402C-5697-4E1C-873F-D02D1690AC5C}">
        <p15:threadingInfo xmlns:p15="http://schemas.microsoft.com/office/powerpoint/2012/main" timeZoneBias="-120"/>
      </p:ext>
    </p:extLst>
  </p:cm>
  <p:cm authorId="1" dt="2026-04-14T22:28:01.934" idx="5">
    <p:pos x="6398" y="523"/>
    <p:text>Solo con poner encima aparecen las opciones, no hay por que darles click</p:text>
    <p:extLst>
      <p:ext uri="{C676402C-5697-4E1C-873F-D02D1690AC5C}">
        <p15:threadingInfo xmlns:p15="http://schemas.microsoft.com/office/powerpoint/2012/main" timeZoneBias="-120"/>
      </p:ext>
    </p:extLst>
  </p:cm>
  <p:cm authorId="1" dt="2026-04-15T12:43:45.458" idx="7">
    <p:pos x="7464" y="1709"/>
    <p:text>Este texto al cargar la pagina puede aparecer desde la dcha para darle movimiento, y la imagen al poner raton encima puede ampliarse un poco</p:text>
    <p:extLst>
      <p:ext uri="{C676402C-5697-4E1C-873F-D02D1690AC5C}">
        <p15:threadingInfo xmlns:p15="http://schemas.microsoft.com/office/powerpoint/2012/main" timeZoneBias="-120"/>
      </p:ext>
    </p:extLst>
  </p:cm>
  <p:cm authorId="1" dt="2026-04-22T11:29:44.848" idx="10">
    <p:pos x="10" y="10"/>
    <p:text>Símbolo de wasap que solo aparezca el texto de necesitas ayuda? Escríbenos... que solo aparezca este texto al poner el raton encima de logo wasap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3T13:16:02.703" idx="11">
    <p:pos x="7680" y="30"/>
    <p:text>Que al hacer click en texto o flecha se vaya desplegando, , y si pones encima te muestra las opciones que se van a fijar al hacer click. La última parte, la de xej: dias sueltos --&gt; txikigune... eso es todo una seccion, no hay que dar a dias sueltos para que te lleve a lo otro. Y si hacen click en la última opcón, que les lleve a la sección de la pestaña superior de SERVICIOS, en el apartado correspondiente, donde se explica a fondo y se compra.
En adultas, cursos cortos, el ultimo de crucero perfeccionamiento, está mal, es Crucero con gennaker.
Todo el texto esta en el word Textos de la intro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5T11:36:02.796" idx="6">
    <p:pos x="7680" y="3"/>
    <p:text>Copiar la par6te baja de la siguiente web, esta imagen es sacada de ahi asi que hay que cambiarla, y hay que copiar el como al poner encima  de a tu medida, economico y comunidad cambia y se pone el texto.
https://getxokayaka.es/
Cambiar los iconos de A TU MEDIDA Y ECONÓMICO... y la imagen que aparece de la explicacion de fondo de agua me gusta, asi que algo parecido pero intentando que todo sea lo menos copiada.
y ORDEN DE IZDA A DCHA,  Económico, Comunidad y a TU MEDIDA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5T14:05:41.587" idx="8">
    <p:pos x="7104" y="2276"/>
    <p:text>Que vayan cambiando como en:  
https://getxokayaka.es/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5T14:15:42.131" idx="9">
    <p:pos x="7680" y="0"/>
    <p:text>Copiar un poco el formato de:
https://getxokayaka.es/
Pero lo maximo que se pueda cambiar mejor, para no plagiar a los vecinos, obviamente todos los iconos centrados.
y ATRAS PONIENDO ALGUNA OTRA IMAGEN.
y EN LA DIRECCION IGUAL ARRIBA HABRÁ QUE DECIDIR SI ICONO O tipico mapa pequeño de google maps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7E9833-A496-4C77-A93F-642BA8AAB6CA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C5D34-A943-4781-8595-231C5976030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7894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C5D34-A943-4781-8595-231C5976030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8666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C5D34-A943-4781-8595-231C5976030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7046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2BBBB-46A9-ED14-5661-FE8918D25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B7396B-B8B8-EB98-19CA-F55175BB7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6CFC40-96BA-DA5A-A297-A61C26B20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E8EE-F38B-438E-BF05-8410BB5A3A09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698A3D-4DE1-21E1-1205-51114098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E66D1-5033-7848-E4A3-E4418806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E2B2B-45BA-46BB-AB93-C717D69CF9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081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7CAA40-8184-9203-C314-CAECE4660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189414-C28E-7F9C-A075-9B29A2116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F72783-7B6D-0C21-23BA-88958C9DE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E8EE-F38B-438E-BF05-8410BB5A3A09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8B60A3-CCC5-19FF-9036-806354408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731FEA-BC7A-BC7D-CD6C-20971B4F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E2B2B-45BA-46BB-AB93-C717D69CF9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208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6B5DF-4309-396B-F6FA-459022F42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55AB8E-0BDC-E3EF-441F-4D5EE2A72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574A4A-F48A-C19B-2589-742BECF71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E8EE-F38B-438E-BF05-8410BB5A3A09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7BC144-FB89-ABCB-06C6-533A0FDA9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7F256E-5937-0347-CFF1-68B26CAC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E2B2B-45BA-46BB-AB93-C717D69CF9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3852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E14EC-32E0-D424-87C8-D253BA19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FE2FE4-981D-115C-F1CD-173A52C89D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F9C183-F5A4-8D39-E4CB-8A90C3FC6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91F846-83F4-D419-5222-3A2E00F58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E8EE-F38B-438E-BF05-8410BB5A3A09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FD71C8-4FE2-F46A-1C67-0FE18CCED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8ADE6A-AF85-2A85-678E-6402D9ED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E2B2B-45BA-46BB-AB93-C717D69CF9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482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682ED-45A1-81E6-68B0-EEFA89153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A5CFEE-E220-C367-85E5-465A3C509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2B18B2-B1BF-78F9-A5C7-9033D3446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FD12861-BA94-96D2-15DC-5A675378D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850CDD-2D91-15FA-25A8-CA84BD0EF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71E446-E802-8851-4DD8-A63A53A04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E8EE-F38B-438E-BF05-8410BB5A3A09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F9928AF-7849-6A45-7D62-8DB14AE69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22F607-E23D-24D8-6986-C921319B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E2B2B-45BA-46BB-AB93-C717D69CF9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796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6F0DF-A000-C3CC-B9E2-94B72C8F6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3BE7360-73EB-D975-00D8-C53720CCD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E8EE-F38B-438E-BF05-8410BB5A3A09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84B4A1-4DBB-F512-AFFD-B52359B83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A678C7-5AA2-F09A-0EB3-ED573133E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E2B2B-45BA-46BB-AB93-C717D69CF9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528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BB294F-583D-9AFA-3D87-077ACBD6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E8EE-F38B-438E-BF05-8410BB5A3A09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D8D3309-45E0-4377-0EA0-52865FD86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0AE407-B470-BE1D-4BF6-FE575804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E2B2B-45BA-46BB-AB93-C717D69CF9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1418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90023-CF99-C567-90B5-80DBCC86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89A7C9-96AB-A446-4E1E-DB0A88F15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29DAC1-3954-753D-FEDE-7BEB09C63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18C563-4A83-8809-4957-A9B05A91B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E8EE-F38B-438E-BF05-8410BB5A3A09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5D439E-B5F9-0612-80A9-F8034EF2A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8B5F99-CE2C-B8AC-A16F-27659E5E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E2B2B-45BA-46BB-AB93-C717D69CF9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788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B95FD-F46F-E30F-6DC4-B7D0D7A7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E39A55-4FEE-CC1E-E1E1-59F187A95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7598FB8-6470-5982-93E2-D8B36FBE8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6BA163-B618-7143-21D1-48DAF394B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E8EE-F38B-438E-BF05-8410BB5A3A09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01E82E-30BF-E168-BDE8-EEE650B5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5AD309-53AD-385B-9A89-C24C31C88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E2B2B-45BA-46BB-AB93-C717D69CF9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2837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237F9-A312-23C9-0767-0803768F4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7C6C2B7-3B56-B9AD-3CCB-BE8B74654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5BC050-83B0-4C4A-52D3-41602B510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E8EE-F38B-438E-BF05-8410BB5A3A09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D4A0BA-937D-902B-41F8-8B53C0AF8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462900-EC01-FA44-0DDF-516A18F4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E2B2B-45BA-46BB-AB93-C717D69CF9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481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2C5CC1-3E68-D7F1-D5DF-AB0284A99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38B4D6-55B2-5C9B-187A-AE9EC8D64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2456C9-017C-6008-8DE2-BE2AA79A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E8EE-F38B-438E-BF05-8410BB5A3A09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ED74F5-3327-3345-C013-A6537C13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A5B2BA-2201-6D64-4235-6EC8DA45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E2B2B-45BA-46BB-AB93-C717D69CF9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3833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2063351-482A-D1EF-4DFD-CA357894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BC096D-E065-3F39-9082-C846579B1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FFDA24-228E-50C2-4332-072E526BB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7E8EE-F38B-438E-BF05-8410BB5A3A09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3E521A-9D62-447B-FBC4-B0C4231E3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EC4B37-1945-560E-AE03-07761B432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E2B2B-45BA-46BB-AB93-C717D69CF9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95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comments" Target="../comments/comment1.xml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comments" Target="../comments/comment3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comments" Target="../comments/comment5.xml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maps/place/data=!4m2!3m1!1s0xd4e5963a279d6ed:0x3dae2f3d52f75c9d?sa=X&amp;ved=1t:8290&amp;ictx=111" TargetMode="External"/><Relationship Id="rId11" Type="http://schemas.openxmlformats.org/officeDocument/2006/relationships/image" Target="../media/image46.png"/><Relationship Id="rId5" Type="http://schemas.openxmlformats.org/officeDocument/2006/relationships/image" Target="../media/image41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n 48">
            <a:extLst>
              <a:ext uri="{FF2B5EF4-FFF2-40B4-BE49-F238E27FC236}">
                <a16:creationId xmlns:a16="http://schemas.microsoft.com/office/drawing/2014/main" id="{DC22823E-5035-F3D7-311D-7E1EE20966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61" y="6203428"/>
            <a:ext cx="12192000" cy="19715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9C9088E-7340-6DC1-3D5F-FA7860158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80CFD7-34CC-B3AA-86E6-B343556FDF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86B6EC-22D2-6175-1580-0286FF51D2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0837"/>
            <a:ext cx="12192000" cy="56163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F269F5D-D32A-C00A-9DC1-34378783F6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0837"/>
            <a:ext cx="12192000" cy="19715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90ADB1E-2A0C-C9BD-5C9D-8FF8866605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40" y="638767"/>
            <a:ext cx="503259" cy="16070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D426A5B-B070-C39D-C5A5-8B1C23BCAD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568" y="634283"/>
            <a:ext cx="457264" cy="16194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200E4D5-4B80-F8E5-4334-5412EF1EBF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988" y="643810"/>
            <a:ext cx="209579" cy="15242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943206B-9E91-8B4A-B7DD-BE7061C05C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361" y="622424"/>
            <a:ext cx="1194368" cy="19749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2554B60-88E8-7DB4-0B92-01DF0069AD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599" y="633295"/>
            <a:ext cx="1165497" cy="16389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AAF681B-575C-45E2-0D53-50768F3636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711" y="888306"/>
            <a:ext cx="3600953" cy="24768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17039DA-D2C1-F0C6-52A2-223585307F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090" y="914384"/>
            <a:ext cx="3600953" cy="24768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109FFB1-A9AD-6045-4E61-2D525DD69D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652" y="830533"/>
            <a:ext cx="4731421" cy="381143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80D365C-C42D-6082-52A4-F8581EB4DB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7534"/>
            <a:ext cx="1676634" cy="57158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12AA1725-90C6-706C-D18F-22BCF0E0DB2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52" y="887677"/>
            <a:ext cx="1288677" cy="521437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BE56118A-101F-4D57-65CC-AB9F0048DA9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31466"/>
            <a:ext cx="10194096" cy="138776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523E72D5-3418-5EB0-DF9B-169041E0C03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904" y="4401052"/>
            <a:ext cx="8338099" cy="1974242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9D058EFD-6A1D-2454-0572-C6F7D5AD280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645" y="5806095"/>
            <a:ext cx="1609950" cy="333422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BF072781-5690-F685-000C-BDB2DAFE5F82}"/>
              </a:ext>
            </a:extLst>
          </p:cNvPr>
          <p:cNvSpPr txBox="1"/>
          <p:nvPr/>
        </p:nvSpPr>
        <p:spPr>
          <a:xfrm>
            <a:off x="2291735" y="5771313"/>
            <a:ext cx="1192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00B050"/>
                </a:solidFill>
              </a:rPr>
              <a:t>CURSOS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88E7601-0A21-0A76-93FF-737A5CBC06D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761" y="5861714"/>
            <a:ext cx="1609950" cy="333422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8CFB8A0E-6F95-A3B7-FED8-2F0983F18EE3}"/>
              </a:ext>
            </a:extLst>
          </p:cNvPr>
          <p:cNvSpPr txBox="1"/>
          <p:nvPr/>
        </p:nvSpPr>
        <p:spPr>
          <a:xfrm>
            <a:off x="3657558" y="5745994"/>
            <a:ext cx="1531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2"/>
                </a:solidFill>
              </a:rPr>
              <a:t>CLUB SOCIAS</a:t>
            </a:r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BB956E82-C038-5605-5481-4540094336B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007" y="4604162"/>
            <a:ext cx="4839375" cy="1238423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CB6FBE61-35FD-F7A0-C1F3-215230DB5F3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695" y="5894776"/>
            <a:ext cx="1609950" cy="333422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DF700447-A7AC-02F0-2B34-52BA180ACAE2}"/>
              </a:ext>
            </a:extLst>
          </p:cNvPr>
          <p:cNvSpPr txBox="1"/>
          <p:nvPr/>
        </p:nvSpPr>
        <p:spPr>
          <a:xfrm>
            <a:off x="5045345" y="5726434"/>
            <a:ext cx="2089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accent1"/>
                </a:solidFill>
              </a:rPr>
              <a:t>EQUIPOS DE ENTRENAMIENTO</a:t>
            </a:r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166D9FF7-C37B-AF87-A2CA-E048C93FB2A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958" y="5847066"/>
            <a:ext cx="1609950" cy="333422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E0292C0D-DF34-053E-CE56-3FC40D85230D}"/>
              </a:ext>
            </a:extLst>
          </p:cNvPr>
          <p:cNvSpPr txBox="1"/>
          <p:nvPr/>
        </p:nvSpPr>
        <p:spPr>
          <a:xfrm>
            <a:off x="6977986" y="5796712"/>
            <a:ext cx="1501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A20E8D"/>
                </a:solidFill>
              </a:rPr>
              <a:t>UDALEKUAK</a:t>
            </a:r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6FDF30C3-D217-1E92-95DA-3ABBB59DFD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146" y="5887809"/>
            <a:ext cx="1609950" cy="333422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8D6C939B-8F59-91DB-D049-FBDE65CA4C85}"/>
              </a:ext>
            </a:extLst>
          </p:cNvPr>
          <p:cNvSpPr txBox="1"/>
          <p:nvPr/>
        </p:nvSpPr>
        <p:spPr>
          <a:xfrm>
            <a:off x="8904846" y="5807674"/>
            <a:ext cx="1501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00B0F0"/>
                </a:solidFill>
              </a:rPr>
              <a:t>ENTIDADES</a:t>
            </a: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0637FDFA-7585-BDA1-2319-5E7E1DC4A36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966" y="5370257"/>
            <a:ext cx="1609950" cy="333422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C18A0EDB-7CE2-9ABD-1302-E52CD0296A1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248" y="2712365"/>
            <a:ext cx="3639058" cy="1705213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FDE6EC14-DB7B-6397-0064-1943E69512F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53" y="3077989"/>
            <a:ext cx="1676634" cy="571580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133FEA9E-2EF0-D1C7-34BE-CF0ACE74F3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402" y="3618136"/>
            <a:ext cx="2810553" cy="285790"/>
          </a:xfrm>
          <a:prstGeom prst="rect">
            <a:avLst/>
          </a:prstGeom>
        </p:spPr>
      </p:pic>
      <p:sp>
        <p:nvSpPr>
          <p:cNvPr id="60" name="CuadroTexto 59">
            <a:extLst>
              <a:ext uri="{FF2B5EF4-FFF2-40B4-BE49-F238E27FC236}">
                <a16:creationId xmlns:a16="http://schemas.microsoft.com/office/drawing/2014/main" id="{543B8397-083A-90C9-F8B7-73B783EEB294}"/>
              </a:ext>
            </a:extLst>
          </p:cNvPr>
          <p:cNvSpPr txBox="1"/>
          <p:nvPr/>
        </p:nvSpPr>
        <p:spPr>
          <a:xfrm>
            <a:off x="8479402" y="3564346"/>
            <a:ext cx="2959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Navega, aprende y comparte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7D843657-A600-65E6-8AD5-0334D4006920}"/>
              </a:ext>
            </a:extLst>
          </p:cNvPr>
          <p:cNvSpPr txBox="1"/>
          <p:nvPr/>
        </p:nvSpPr>
        <p:spPr>
          <a:xfrm>
            <a:off x="9884678" y="2991753"/>
            <a:ext cx="1907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Getxo</a:t>
            </a:r>
          </a:p>
        </p:txBody>
      </p:sp>
      <p:pic>
        <p:nvPicPr>
          <p:cNvPr id="63" name="Imagen 62">
            <a:extLst>
              <a:ext uri="{FF2B5EF4-FFF2-40B4-BE49-F238E27FC236}">
                <a16:creationId xmlns:a16="http://schemas.microsoft.com/office/drawing/2014/main" id="{047E1347-0FE8-DAA9-9258-6BC20DE6FD6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025" y="4152704"/>
            <a:ext cx="85737" cy="133369"/>
          </a:xfrm>
          <a:prstGeom prst="rect">
            <a:avLst/>
          </a:prstGeom>
        </p:spPr>
      </p:pic>
      <p:sp>
        <p:nvSpPr>
          <p:cNvPr id="64" name="CuadroTexto 63">
            <a:extLst>
              <a:ext uri="{FF2B5EF4-FFF2-40B4-BE49-F238E27FC236}">
                <a16:creationId xmlns:a16="http://schemas.microsoft.com/office/drawing/2014/main" id="{AB45BC67-4EC6-5EC0-3D89-A749CA7BA342}"/>
              </a:ext>
            </a:extLst>
          </p:cNvPr>
          <p:cNvSpPr txBox="1"/>
          <p:nvPr/>
        </p:nvSpPr>
        <p:spPr>
          <a:xfrm>
            <a:off x="9038375" y="4067603"/>
            <a:ext cx="1863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</a:rPr>
              <a:t>a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66" name="Imagen 65">
            <a:extLst>
              <a:ext uri="{FF2B5EF4-FFF2-40B4-BE49-F238E27FC236}">
                <a16:creationId xmlns:a16="http://schemas.microsoft.com/office/drawing/2014/main" id="{27CD8EA5-7EA4-1BBA-A2A8-0A12BCFEA93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735" y="3261883"/>
            <a:ext cx="1267002" cy="314369"/>
          </a:xfrm>
          <a:prstGeom prst="rect">
            <a:avLst/>
          </a:prstGeom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FEB8539F-03BB-49CC-11D0-56F0D9A1F5A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962" y="2906382"/>
            <a:ext cx="2591162" cy="238158"/>
          </a:xfrm>
          <a:prstGeom prst="rect">
            <a:avLst/>
          </a:prstGeom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5F95374B-568E-3B4B-3C33-0501F8D492E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962" y="2048221"/>
            <a:ext cx="3419952" cy="663787"/>
          </a:xfrm>
          <a:prstGeom prst="rect">
            <a:avLst/>
          </a:prstGeom>
        </p:spPr>
      </p:pic>
      <p:pic>
        <p:nvPicPr>
          <p:cNvPr id="75" name="Imagen 74">
            <a:extLst>
              <a:ext uri="{FF2B5EF4-FFF2-40B4-BE49-F238E27FC236}">
                <a16:creationId xmlns:a16="http://schemas.microsoft.com/office/drawing/2014/main" id="{75CD0F25-92E4-A953-4C60-4119998F82E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400" y="882289"/>
            <a:ext cx="970009" cy="305514"/>
          </a:xfrm>
          <a:prstGeom prst="rect">
            <a:avLst/>
          </a:prstGeom>
        </p:spPr>
      </p:pic>
      <p:pic>
        <p:nvPicPr>
          <p:cNvPr id="76" name="Imagen 75">
            <a:extLst>
              <a:ext uri="{FF2B5EF4-FFF2-40B4-BE49-F238E27FC236}">
                <a16:creationId xmlns:a16="http://schemas.microsoft.com/office/drawing/2014/main" id="{F377F804-B5E7-DC87-D02B-12FDF3E6E5C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329" y="882289"/>
            <a:ext cx="970009" cy="305514"/>
          </a:xfrm>
          <a:prstGeom prst="rect">
            <a:avLst/>
          </a:prstGeom>
        </p:spPr>
      </p:pic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C6FED357-C6D7-3049-1ADD-7714F968CE00}"/>
              </a:ext>
            </a:extLst>
          </p:cNvPr>
          <p:cNvSpPr/>
          <p:nvPr/>
        </p:nvSpPr>
        <p:spPr>
          <a:xfrm>
            <a:off x="10130452" y="914384"/>
            <a:ext cx="923027" cy="234145"/>
          </a:xfrm>
          <a:prstGeom prst="roundRect">
            <a:avLst/>
          </a:prstGeom>
          <a:solidFill>
            <a:srgbClr val="D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1" name="Imagen 80">
            <a:extLst>
              <a:ext uri="{FF2B5EF4-FFF2-40B4-BE49-F238E27FC236}">
                <a16:creationId xmlns:a16="http://schemas.microsoft.com/office/drawing/2014/main" id="{8C6D788B-35DA-5DB9-E259-35F3425456C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410" y="966312"/>
            <a:ext cx="790685" cy="137936"/>
          </a:xfrm>
          <a:prstGeom prst="rect">
            <a:avLst/>
          </a:prstGeom>
        </p:spPr>
      </p:pic>
      <p:sp>
        <p:nvSpPr>
          <p:cNvPr id="82" name="CuadroTexto 81">
            <a:extLst>
              <a:ext uri="{FF2B5EF4-FFF2-40B4-BE49-F238E27FC236}">
                <a16:creationId xmlns:a16="http://schemas.microsoft.com/office/drawing/2014/main" id="{771FDB65-11FF-6850-3372-0840B6B1284D}"/>
              </a:ext>
            </a:extLst>
          </p:cNvPr>
          <p:cNvSpPr txBox="1"/>
          <p:nvPr/>
        </p:nvSpPr>
        <p:spPr>
          <a:xfrm>
            <a:off x="10194096" y="905419"/>
            <a:ext cx="9793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chemeClr val="bg1"/>
                </a:solidFill>
              </a:rPr>
              <a:t>Hazte socia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260AECBD-1398-6616-666D-28E5F2F94602}"/>
              </a:ext>
            </a:extLst>
          </p:cNvPr>
          <p:cNvSpPr txBox="1"/>
          <p:nvPr/>
        </p:nvSpPr>
        <p:spPr>
          <a:xfrm>
            <a:off x="11282946" y="895535"/>
            <a:ext cx="586190" cy="258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chemeClr val="bg1"/>
                </a:solidFill>
              </a:rPr>
              <a:t>Tienda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C9DBB06-DBBC-EEEE-4881-2F0D749BF046}"/>
              </a:ext>
            </a:extLst>
          </p:cNvPr>
          <p:cNvSpPr txBox="1"/>
          <p:nvPr/>
        </p:nvSpPr>
        <p:spPr>
          <a:xfrm>
            <a:off x="-43962" y="6200317"/>
            <a:ext cx="33579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i="1" dirty="0"/>
              <a:t>* Todo lo expuesto en “femenino” se refiere a personas</a:t>
            </a:r>
          </a:p>
        </p:txBody>
      </p:sp>
    </p:spTree>
    <p:extLst>
      <p:ext uri="{BB962C8B-B14F-4D97-AF65-F5344CB8AC3E}">
        <p14:creationId xmlns:p14="http://schemas.microsoft.com/office/powerpoint/2010/main" val="1877803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DAE8740-EE06-0D76-4251-B34A6DDD2D47}"/>
              </a:ext>
            </a:extLst>
          </p:cNvPr>
          <p:cNvSpPr txBox="1"/>
          <p:nvPr/>
        </p:nvSpPr>
        <p:spPr>
          <a:xfrm>
            <a:off x="4338919" y="5575156"/>
            <a:ext cx="1138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Leer más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17A8DEE-9EF2-BCBA-82C2-2B2FD0A71147}"/>
              </a:ext>
            </a:extLst>
          </p:cNvPr>
          <p:cNvSpPr txBox="1">
            <a:spLocks/>
          </p:cNvSpPr>
          <p:nvPr/>
        </p:nvSpPr>
        <p:spPr>
          <a:xfrm>
            <a:off x="838202" y="786466"/>
            <a:ext cx="46392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/>
              <a:t>¿QUE ES GETXO BELA ESKOLA?</a:t>
            </a:r>
            <a:endParaRPr lang="es-ES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F96ECC2-20A0-B4EB-8384-2BE5BC1AF434}"/>
              </a:ext>
            </a:extLst>
          </p:cNvPr>
          <p:cNvSpPr txBox="1">
            <a:spLocks/>
          </p:cNvSpPr>
          <p:nvPr/>
        </p:nvSpPr>
        <p:spPr>
          <a:xfrm>
            <a:off x="838201" y="2309438"/>
            <a:ext cx="4639236" cy="3564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/>
              <a:t>No somos una escuela convencional,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sz="2400"/>
              <a:t>sino una comunidad cercana y con valores.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s-ES" sz="2400"/>
          </a:p>
          <a:p>
            <a:pPr algn="ctr"/>
            <a:r>
              <a:rPr lang="es-ES" sz="2400"/>
              <a:t>Un lugar donde aprender a navegar,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ES" sz="2400"/>
              <a:t>compartir y disfrutar de la mar.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76125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B4628-E1F8-B869-6558-0D9033CAF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6604D7A-A34B-47B5-9490-BAE57CB9EFB8}"/>
              </a:ext>
            </a:extLst>
          </p:cNvPr>
          <p:cNvSpPr txBox="1">
            <a:spLocks/>
          </p:cNvSpPr>
          <p:nvPr/>
        </p:nvSpPr>
        <p:spPr>
          <a:xfrm>
            <a:off x="6754906" y="1145055"/>
            <a:ext cx="46392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dirty="0"/>
              <a:t>LA VELA SE </a:t>
            </a:r>
          </a:p>
          <a:p>
            <a:pPr algn="ctr"/>
            <a:r>
              <a:rPr lang="es-ES" dirty="0"/>
              <a:t>ADAPTA A TI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D1265036-E1D2-C2D0-B24C-088AC4B2FD7A}"/>
              </a:ext>
            </a:extLst>
          </p:cNvPr>
          <p:cNvSpPr txBox="1">
            <a:spLocks/>
          </p:cNvSpPr>
          <p:nvPr/>
        </p:nvSpPr>
        <p:spPr>
          <a:xfrm>
            <a:off x="6754906" y="3098006"/>
            <a:ext cx="4639236" cy="2218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/>
              <a:t>Veleros pequeños o grandes, </a:t>
            </a:r>
          </a:p>
          <a:p>
            <a:pPr marL="0" indent="0" algn="ctr">
              <a:buNone/>
            </a:pPr>
            <a:r>
              <a:rPr lang="es-ES" sz="2400" dirty="0"/>
              <a:t>días de calma o de acción, </a:t>
            </a:r>
          </a:p>
          <a:p>
            <a:pPr marL="0" indent="0" algn="ctr">
              <a:buNone/>
            </a:pPr>
            <a:r>
              <a:rPr lang="es-ES" sz="2400" dirty="0"/>
              <a:t>aguas tranquilas o mar abierta. </a:t>
            </a:r>
          </a:p>
          <a:p>
            <a:pPr marL="0" indent="0" algn="ctr">
              <a:buNone/>
            </a:pPr>
            <a:r>
              <a:rPr lang="es-ES" sz="2400" dirty="0"/>
              <a:t>Tú eliges cómo quieres navegar.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E553CA-4C9D-4F18-8D3C-BABC61936265}"/>
              </a:ext>
            </a:extLst>
          </p:cNvPr>
          <p:cNvSpPr txBox="1"/>
          <p:nvPr/>
        </p:nvSpPr>
        <p:spPr>
          <a:xfrm>
            <a:off x="10264588" y="4946738"/>
            <a:ext cx="102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Leer más</a:t>
            </a:r>
          </a:p>
        </p:txBody>
      </p:sp>
    </p:spTree>
    <p:extLst>
      <p:ext uri="{BB962C8B-B14F-4D97-AF65-F5344CB8AC3E}">
        <p14:creationId xmlns:p14="http://schemas.microsoft.com/office/powerpoint/2010/main" val="298569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73918-3D39-3F7B-3228-0C7AD6C98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8EAD8553-26BE-A4EC-F15A-DA3A13BAA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38" y="48141"/>
            <a:ext cx="11782562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4DF54A6-FBFE-65A1-9F52-0DAF57D4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46" y="865143"/>
            <a:ext cx="4639235" cy="1325563"/>
          </a:xfrm>
        </p:spPr>
        <p:txBody>
          <a:bodyPr/>
          <a:lstStyle/>
          <a:p>
            <a:pPr algn="ctr"/>
            <a:r>
              <a:rPr lang="es-ES" dirty="0"/>
              <a:t>DESCUBRE TU CAMINO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0B2E2E-BF0A-534B-3C02-CD64FB883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646" y="2495387"/>
            <a:ext cx="4365814" cy="282964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sz="1900" i="1" dirty="0"/>
              <a:t>Haz </a:t>
            </a:r>
            <a:r>
              <a:rPr lang="es-ES" sz="1900" i="1" dirty="0" err="1"/>
              <a:t>click</a:t>
            </a:r>
            <a:r>
              <a:rPr lang="es-ES" sz="1900" i="1" dirty="0"/>
              <a:t> en las opciones que correspondan:</a:t>
            </a:r>
          </a:p>
          <a:p>
            <a:pPr marL="0" indent="0">
              <a:buNone/>
            </a:pPr>
            <a:endParaRPr lang="es-ES" sz="1900" i="1" dirty="0"/>
          </a:p>
          <a:p>
            <a:r>
              <a:rPr lang="es-ES" sz="2400" b="1" dirty="0"/>
              <a:t>Estoy en un nivel básico</a:t>
            </a:r>
            <a:br>
              <a:rPr lang="es-ES" sz="2400" dirty="0"/>
            </a:br>
            <a:r>
              <a:rPr lang="es-ES" sz="2300" i="1" dirty="0"/>
              <a:t>No he navegado nunca, o sí lo he hecho, pero no domino las bases de la vela.</a:t>
            </a:r>
          </a:p>
          <a:p>
            <a:pPr marL="0" indent="0">
              <a:buNone/>
            </a:pPr>
            <a:endParaRPr lang="es-ES" sz="2400" dirty="0"/>
          </a:p>
          <a:p>
            <a:r>
              <a:rPr lang="es-ES" sz="2400" b="1" dirty="0"/>
              <a:t>Estoy en un nivel medio</a:t>
            </a:r>
            <a:br>
              <a:rPr lang="es-ES" sz="2400" dirty="0"/>
            </a:br>
            <a:r>
              <a:rPr lang="es-ES" sz="2300" i="1" dirty="0"/>
              <a:t>Domino las bases de la navegación en todos los puestos o ya he hecho con Getxo Bela Eskola el curso “Crucero iniciación”.</a:t>
            </a:r>
            <a:endParaRPr lang="es-ES" sz="2400" i="1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A8A23E4F-EEC3-D073-D567-BC2355E2A65A}"/>
              </a:ext>
            </a:extLst>
          </p:cNvPr>
          <p:cNvSpPr/>
          <p:nvPr/>
        </p:nvSpPr>
        <p:spPr>
          <a:xfrm>
            <a:off x="5181601" y="3406585"/>
            <a:ext cx="345140" cy="215153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19D4CD32-992A-C6F6-E165-D940745D0FEE}"/>
              </a:ext>
            </a:extLst>
          </p:cNvPr>
          <p:cNvSpPr/>
          <p:nvPr/>
        </p:nvSpPr>
        <p:spPr>
          <a:xfrm>
            <a:off x="5217460" y="4607863"/>
            <a:ext cx="345140" cy="215153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406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A83D0-4570-10ED-9FBB-EC0D4D498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6AECCCBC-450E-24C3-023A-27B48FAC0F68}"/>
              </a:ext>
            </a:extLst>
          </p:cNvPr>
          <p:cNvSpPr txBox="1">
            <a:spLocks/>
          </p:cNvSpPr>
          <p:nvPr/>
        </p:nvSpPr>
        <p:spPr>
          <a:xfrm>
            <a:off x="1048870" y="1944498"/>
            <a:ext cx="10094259" cy="57752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Descubre por qué somos a mejor opción para vivir una experiencia única en Getxo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0C53FD3-2536-4988-E002-3D715EFF6B01}"/>
              </a:ext>
            </a:extLst>
          </p:cNvPr>
          <p:cNvSpPr txBox="1">
            <a:spLocks/>
          </p:cNvSpPr>
          <p:nvPr/>
        </p:nvSpPr>
        <p:spPr>
          <a:xfrm>
            <a:off x="4879989" y="5492120"/>
            <a:ext cx="2379790" cy="10987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000" b="1" dirty="0">
                <a:solidFill>
                  <a:schemeClr val="bg1"/>
                </a:solidFill>
              </a:rPr>
              <a:t>CONTACTO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ACC76D-A141-CFDA-2CBA-AB81573D7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77"/>
            <a:ext cx="12192000" cy="503568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FB3F3B4-D3BA-48DE-6BA4-58FE898BB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93" y="3429000"/>
            <a:ext cx="2689937" cy="336788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A1851DA-B7EB-2279-BACC-ED0EA3575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786" y="3429000"/>
            <a:ext cx="2691304" cy="3367889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1F0594A-C389-F2B3-2539-B7EABE619DBC}"/>
              </a:ext>
            </a:extLst>
          </p:cNvPr>
          <p:cNvCxnSpPr/>
          <p:nvPr/>
        </p:nvCxnSpPr>
        <p:spPr>
          <a:xfrm flipV="1">
            <a:off x="3128682" y="3299012"/>
            <a:ext cx="546847" cy="251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B4BF618-4111-DBB7-D1C8-045FB8D2127C}"/>
              </a:ext>
            </a:extLst>
          </p:cNvPr>
          <p:cNvCxnSpPr/>
          <p:nvPr/>
        </p:nvCxnSpPr>
        <p:spPr>
          <a:xfrm flipH="1" flipV="1">
            <a:off x="6795247" y="3316941"/>
            <a:ext cx="780539" cy="188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9" name="Imagen 18">
            <a:extLst>
              <a:ext uri="{FF2B5EF4-FFF2-40B4-BE49-F238E27FC236}">
                <a16:creationId xmlns:a16="http://schemas.microsoft.com/office/drawing/2014/main" id="{4CF4A728-090A-9B04-E50C-5F565A0DC4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164" y="3090062"/>
            <a:ext cx="1095528" cy="1810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702FE1F2-4040-8260-4529-E9C5ABF7E882}"/>
              </a:ext>
            </a:extLst>
          </p:cNvPr>
          <p:cNvSpPr txBox="1"/>
          <p:nvPr/>
        </p:nvSpPr>
        <p:spPr>
          <a:xfrm>
            <a:off x="8017165" y="3022013"/>
            <a:ext cx="1194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bg1"/>
                </a:solidFill>
              </a:rPr>
              <a:t>COMUNIDAD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BCEEFC56-4E55-73C0-C3A4-D876EB9BDF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480" y="2031309"/>
            <a:ext cx="866896" cy="85737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1AD6D4C1-BCF9-0802-0B0F-D6FEE911C7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963" y="1900286"/>
            <a:ext cx="1149929" cy="1149929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7EF10084-B612-E1D2-995F-EF4357184A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456" y="3076807"/>
            <a:ext cx="1345792" cy="22234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B32AE12D-D8FE-AF3A-808C-0D087D31A6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999" y="3082456"/>
            <a:ext cx="1345792" cy="222348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0D5CB56D-A922-C08E-63F6-A4401E3E7F13}"/>
              </a:ext>
            </a:extLst>
          </p:cNvPr>
          <p:cNvSpPr txBox="1"/>
          <p:nvPr/>
        </p:nvSpPr>
        <p:spPr>
          <a:xfrm>
            <a:off x="5590243" y="3050215"/>
            <a:ext cx="1194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bg1"/>
                </a:solidFill>
              </a:rPr>
              <a:t>ECONÓMICO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FD885F7-D268-C27F-44C4-38411A0118C9}"/>
              </a:ext>
            </a:extLst>
          </p:cNvPr>
          <p:cNvSpPr txBox="1"/>
          <p:nvPr/>
        </p:nvSpPr>
        <p:spPr>
          <a:xfrm>
            <a:off x="3147668" y="3023592"/>
            <a:ext cx="1194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bg1"/>
                </a:solidFill>
              </a:rPr>
              <a:t>A TU MEDIDA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BBDA059C-E414-2AE1-618F-287092E24A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330" y="799810"/>
            <a:ext cx="5630061" cy="152421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6ED29075-4B9A-448D-DDF1-AF70EF55A5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647" y="239376"/>
            <a:ext cx="2505425" cy="231882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EDE82FA9-0553-A9BC-C409-A359330282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355" y="118892"/>
            <a:ext cx="2915057" cy="583072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3058EA7B-DD2F-B53E-C11F-DE1F8DF26A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347" y="271415"/>
            <a:ext cx="4017818" cy="458641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A6401F07-06EC-8E94-6050-62F0D92D5377}"/>
              </a:ext>
            </a:extLst>
          </p:cNvPr>
          <p:cNvSpPr txBox="1"/>
          <p:nvPr/>
        </p:nvSpPr>
        <p:spPr>
          <a:xfrm>
            <a:off x="4095675" y="295709"/>
            <a:ext cx="4053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¿POR QUÉ NAVEGAR CON NOSOTRAS?</a:t>
            </a:r>
          </a:p>
        </p:txBody>
      </p:sp>
    </p:spTree>
    <p:extLst>
      <p:ext uri="{BB962C8B-B14F-4D97-AF65-F5344CB8AC3E}">
        <p14:creationId xmlns:p14="http://schemas.microsoft.com/office/powerpoint/2010/main" val="3963993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3822-F753-D5B3-94A9-B50EF8406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6A80134-5828-9253-A963-82E96A42032D}"/>
              </a:ext>
            </a:extLst>
          </p:cNvPr>
          <p:cNvSpPr txBox="1">
            <a:spLocks/>
          </p:cNvSpPr>
          <p:nvPr/>
        </p:nvSpPr>
        <p:spPr>
          <a:xfrm>
            <a:off x="533399" y="1082300"/>
            <a:ext cx="46392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dirty="0"/>
              <a:t>¡LA VELA NO DEJA A NADIE INDIFERENTE!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0D991660-CC6D-9B02-4A9D-2FD136FD0265}"/>
              </a:ext>
            </a:extLst>
          </p:cNvPr>
          <p:cNvSpPr txBox="1">
            <a:spLocks/>
          </p:cNvSpPr>
          <p:nvPr/>
        </p:nvSpPr>
        <p:spPr>
          <a:xfrm>
            <a:off x="5585012" y="863495"/>
            <a:ext cx="5871882" cy="20231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s-ES" sz="2000" dirty="0"/>
              <a:t>Tiene una magia especial.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sz="2000" dirty="0"/>
              <a:t>Y cuando algo así se hace con pasión...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sz="2000" dirty="0"/>
              <a:t>Los resultados hablan por sí mismos.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sz="2000" dirty="0"/>
              <a:t>Tenemos un 100% de valoraciones positivas en Google.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F65D3CD-D72E-D971-910F-D80B3B1E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3460"/>
            <a:ext cx="12192000" cy="275824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191B146-B5C8-75B8-1A81-28F158A77390}"/>
              </a:ext>
            </a:extLst>
          </p:cNvPr>
          <p:cNvSpPr txBox="1"/>
          <p:nvPr/>
        </p:nvSpPr>
        <p:spPr>
          <a:xfrm>
            <a:off x="3388659" y="3164540"/>
            <a:ext cx="4392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Esto es lo que sienten quienes lo han vivido: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45883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E7FF3D6-533C-91B6-A743-1678E9E81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4858"/>
            <a:ext cx="12192000" cy="18493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6E52242-62A9-33A5-C5CD-796313F12D21}"/>
              </a:ext>
            </a:extLst>
          </p:cNvPr>
          <p:cNvSpPr txBox="1"/>
          <p:nvPr/>
        </p:nvSpPr>
        <p:spPr>
          <a:xfrm>
            <a:off x="4701309" y="323272"/>
            <a:ext cx="278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CONSULTA NUESTRO BLOG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A9F4204-2547-BFF2-C746-0D3FFC2D03D3}"/>
              </a:ext>
            </a:extLst>
          </p:cNvPr>
          <p:cNvCxnSpPr/>
          <p:nvPr/>
        </p:nvCxnSpPr>
        <p:spPr>
          <a:xfrm>
            <a:off x="434109" y="2817091"/>
            <a:ext cx="11037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552C4D07-EDDA-07BC-8799-4A63F8FF0486}"/>
              </a:ext>
            </a:extLst>
          </p:cNvPr>
          <p:cNvSpPr txBox="1"/>
          <p:nvPr/>
        </p:nvSpPr>
        <p:spPr>
          <a:xfrm>
            <a:off x="4985326" y="3244334"/>
            <a:ext cx="193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COLABORADORES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8A927F2-AAA1-AB4A-6E94-CF79E2C73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677" y="3613666"/>
            <a:ext cx="10364646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7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BC9D6-2802-BB0B-B961-3F686EC48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221EEB8D-BE44-42FA-0E0F-E64FAD898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15563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FEACC34-9468-1B71-843A-8CE7C64D4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759" y="1305754"/>
            <a:ext cx="4635749" cy="53347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589A7EE-5A3E-1C8C-B0BE-CF404985A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069" y="691536"/>
            <a:ext cx="6894040" cy="53347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5ADD21C-3F69-22D2-04BF-5E49770991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0131" y="1986179"/>
            <a:ext cx="1200318" cy="103837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2A34F0D-DCF2-0B88-732C-330CE9C0B9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040" y="3174388"/>
            <a:ext cx="1552792" cy="24768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0B304BDB-456C-3915-BF94-E4C688D100A0}"/>
              </a:ext>
            </a:extLst>
          </p:cNvPr>
          <p:cNvSpPr txBox="1"/>
          <p:nvPr/>
        </p:nvSpPr>
        <p:spPr>
          <a:xfrm>
            <a:off x="3592404" y="3080090"/>
            <a:ext cx="155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94.491.66.32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D46A638-003A-4DA8-347B-2A2D9D33F77A}"/>
              </a:ext>
            </a:extLst>
          </p:cNvPr>
          <p:cNvSpPr txBox="1"/>
          <p:nvPr/>
        </p:nvSpPr>
        <p:spPr>
          <a:xfrm>
            <a:off x="9513454" y="3024549"/>
            <a:ext cx="2724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Marqués de </a:t>
            </a:r>
            <a:r>
              <a:rPr lang="es-ES" b="1" dirty="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Arriluce</a:t>
            </a:r>
            <a:r>
              <a:rPr lang="es-ES" b="1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 Ibarra </a:t>
            </a:r>
            <a:r>
              <a:rPr lang="es-ES" b="1" dirty="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Kalea</a:t>
            </a:r>
            <a:r>
              <a:rPr lang="es-ES" b="1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3D, 48992 Getxo, Bizkaia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258E3C0-EBC1-02E9-0BA2-8D906C4DC70F}"/>
              </a:ext>
            </a:extLst>
          </p:cNvPr>
          <p:cNvSpPr txBox="1"/>
          <p:nvPr/>
        </p:nvSpPr>
        <p:spPr>
          <a:xfrm>
            <a:off x="3824759" y="691536"/>
            <a:ext cx="3620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SI TIENES CUALQUIER CONSULTA NO DUDES EN CONTACTARNOS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1247E783-3118-EBDF-8E83-5A10BD5033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37788"/>
            <a:ext cx="12192000" cy="6863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18AE32C-0FE0-45E7-AED6-6FE8FBFBAC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480" y="4216835"/>
            <a:ext cx="590632" cy="547204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715A169E-8413-DF21-2A95-9B8484E492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130" y="4191884"/>
            <a:ext cx="590632" cy="57158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97414D80-F7CA-87A7-B59E-DC6FACA0C2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0382" y="4380884"/>
            <a:ext cx="981212" cy="21910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7FED1FDC-5E46-76A6-FC9F-177E0A9D05C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253" y="4338618"/>
            <a:ext cx="1667108" cy="266737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43CF8BAA-7D79-F3FD-1CEE-FEC75C7A55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259" y="4375962"/>
            <a:ext cx="1838582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0394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11666</TotalTime>
  <Words>271</Words>
  <Application>Microsoft Office PowerPoint</Application>
  <PresentationFormat>Panorámica</PresentationFormat>
  <Paragraphs>50</Paragraphs>
  <Slides>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DESCUBRE TU CAMINO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URKO santillan soriano</dc:creator>
  <cp:lastModifiedBy>URKO santillan soriano</cp:lastModifiedBy>
  <cp:revision>9</cp:revision>
  <dcterms:created xsi:type="dcterms:W3CDTF">2026-04-14T09:49:23Z</dcterms:created>
  <dcterms:modified xsi:type="dcterms:W3CDTF">2026-04-23T11:41:07Z</dcterms:modified>
</cp:coreProperties>
</file>